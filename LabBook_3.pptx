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handoutMasterIdLst>
    <p:handoutMasterId r:id="rId10"/>
  </p:handoutMasterIdLst>
  <p:sldIdLst>
    <p:sldId id="256" r:id="rId2"/>
    <p:sldId id="289" r:id="rId3"/>
    <p:sldId id="290" r:id="rId4"/>
    <p:sldId id="295" r:id="rId5"/>
    <p:sldId id="296" r:id="rId6"/>
    <p:sldId id="293" r:id="rId7"/>
    <p:sldId id="288" r:id="rId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n-US" kern="0" dirty="0">
                <a:solidFill>
                  <a:sysClr val="windowText" lastClr="000000"/>
                </a:solidFill>
              </a:rPr>
              <a:t>Either run locally or at Cloud workspace</a:t>
            </a: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4"/>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5"/>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7"/>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4</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2337098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977</TotalTime>
  <Words>601</Words>
  <Application>Microsoft Office PowerPoint</Application>
  <PresentationFormat>Panorámica</PresentationFormat>
  <Paragraphs>90</Paragraphs>
  <Slides>7</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vt:i4>
      </vt:variant>
    </vt:vector>
  </HeadingPairs>
  <TitlesOfParts>
    <vt:vector size="15"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MZI configurations </vt:lpstr>
      <vt:lpstr>ASSESSMENT #2 – Recap from theory – Calculation of ΔL  </vt:lpstr>
      <vt:lpstr>ASSESSMENT #3 – SAX implementation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Gloria Micó</cp:lastModifiedBy>
  <cp:revision>19</cp:revision>
  <dcterms:created xsi:type="dcterms:W3CDTF">2025-01-27T02:46:57Z</dcterms:created>
  <dcterms:modified xsi:type="dcterms:W3CDTF">2026-03-02T09:52:29Z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